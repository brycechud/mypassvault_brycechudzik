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MyPassVault – Term Project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Bryce Chudzik</a:t>
            </a:r>
          </a:p>
          <a:p>
            <a:r>
              <a:t>CIS 476 – Software Architecture &amp; Patterns</a:t>
            </a:r>
          </a:p>
          <a:p>
            <a:r>
              <a:t>University of Michigan - Dearborn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Web-based password manager built using Spring Boot</a:t>
            </a:r>
          </a:p>
          <a:p>
            <a:pPr/>
            <a:r>
              <a:t>Supports Login, Credit Card, Identity, and Secure Notes</a:t>
            </a:r>
          </a:p>
          <a:p>
            <a:pPr/>
            <a:r>
              <a:t>Secure storage using hashed passwords (BCrypt)</a:t>
            </a:r>
          </a:p>
          <a:p>
            <a:pPr/>
            <a:r>
              <a:t>Observer Pattern for real-time security event notifications</a:t>
            </a:r>
          </a:p>
          <a:p>
            <a:pPr/>
            <a:r>
              <a:t>Auto-lock and clipboard auto-clear for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User Registration &amp; Login</a:t>
            </a:r>
          </a:p>
          <a:p>
            <a:pPr/>
            <a:r>
              <a:t>Password strength meter &amp; generator</a:t>
            </a:r>
          </a:p>
          <a:p>
            <a:pPr/>
            <a:r>
              <a:t>Add/Edit/Delete vault items</a:t>
            </a:r>
          </a:p>
          <a:p>
            <a:pPr/>
            <a:r>
              <a:t>Mask/Unmask passwords</a:t>
            </a:r>
          </a:p>
          <a:p>
            <a:pPr/>
            <a:r>
              <a:t>Copy username, password, credit card info</a:t>
            </a:r>
          </a:p>
          <a:p>
            <a:pPr/>
            <a:r>
              <a:t>Live search on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Demonstration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Register a new user</a:t>
            </a:r>
          </a:p>
          <a:p>
            <a:pPr/>
            <a:r>
              <a:t>2. Log into the system</a:t>
            </a:r>
          </a:p>
          <a:p>
            <a:pPr/>
            <a:r>
              <a:t>3. Add different vault item types</a:t>
            </a:r>
          </a:p>
          <a:p>
            <a:pPr/>
            <a:r>
              <a:t>4. Edit and delete vault items</a:t>
            </a:r>
          </a:p>
          <a:p>
            <a:pPr/>
            <a:r>
              <a:t>5. Show/Hide &amp; Copy actions</a:t>
            </a:r>
          </a:p>
          <a:p>
            <a:pPr/>
            <a:r>
              <a:t>6. Auto-lock and clipboard clearing behavior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Observer Pattern used for security logging</a:t>
            </a:r>
          </a:p>
          <a:p>
            <a:pPr/>
            <a:r>
              <a:t>Subject (SecurityWarningSubject) notifies observers</a:t>
            </a:r>
          </a:p>
          <a:p>
            <a:pPr/>
            <a:r>
              <a:t>Observer (ConsoleObserver) receives security events</a:t>
            </a:r>
          </a:p>
          <a:p>
            <a:pPr/>
            <a:r>
              <a:t>Integrated into VaultService for add/update/delete actions</a:t>
            </a:r>
          </a:p>
          <a:p>
            <a:pPr/>
            <a:r>
              <a:t>Promotes loose coupling and scalability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Observer Pattern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VaultService triggers notifications on sensitive actions</a:t>
            </a:r>
          </a:p>
          <a:p>
            <a:pPr/>
            <a:r>
              <a:t>ConsoleObserver prints security events to terminal</a:t>
            </a:r>
          </a:p>
          <a:p>
            <a:pPr/>
            <a:r>
              <a:t>Easy to add more observers (email alerts, logs, etc.)</a:t>
            </a:r>
          </a:p>
          <a:p>
            <a:pPr/>
            <a:r>
              <a:t>Improves transparency and audit capabilities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users table: id, email, password, security questions</a:t>
            </a:r>
          </a:p>
          <a:p>
            <a:pPr/>
            <a:r>
              <a:t>vault_items table: id, userId, label, username, password, category, url</a:t>
            </a:r>
          </a:p>
          <a:p>
            <a:pPr/>
            <a:r>
              <a:t>Relationships: One user → Many vault items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Dashboard with categorized items</a:t>
            </a:r>
          </a:p>
          <a:p>
            <a:pPr/>
            <a:r>
              <a:t>Add/Edit item screens with conditional fields</a:t>
            </a:r>
          </a:p>
          <a:p>
            <a:pPr/>
            <a:r>
              <a:t>Password strength meter on Register page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Designed and implemented full-stack Spring Boot application</a:t>
            </a:r>
          </a:p>
          <a:p>
            <a:pPr/>
            <a:r>
              <a:t>Implemented Observer Pattern</a:t>
            </a:r>
          </a:p>
          <a:p>
            <a:pPr/>
            <a:r>
              <a:t>Designed database schema and repository layer</a:t>
            </a:r>
          </a:p>
          <a:p>
            <a:pPr/>
            <a:r>
              <a:t>Created UI screens with HTML, CSS, JavaScript, Thymeleaf</a:t>
            </a:r>
          </a:p>
          <a:p>
            <a:pPr/>
            <a:r>
              <a:t>Added security features: auto-lock, clipboard clearing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GitHub Repository: https://github.com/BryceChud/MyPassVault_BryceChudzik</a:t>
            </a:r>
          </a:p>
          <a:p>
            <a:pPr/>
            <a:r>
              <a:t>Video Presentation: (Add your video URL here)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